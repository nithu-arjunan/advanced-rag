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Reading Various Data Sources for RAG</a:t>
            </a:r>
          </a:p>
          <a:p>
            <a:pPr algn="ctr">
              <a:spcBef>
                <a:spcPts val="2000"/>
              </a:spcBef>
              <a:defRPr sz="2400">
                <a:solidFill>
                  <a:srgbClr val="D6E4F0"/>
                </a:solidFill>
              </a:defRPr>
            </a:pPr>
            <a:r>
              <a:t>A Comprehensive Guide to Parsing Unstructured Documents</a:t>
            </a:r>
          </a:p>
          <a:p>
            <a:pPr algn="ctr">
              <a:spcBef>
                <a:spcPts val="4000"/>
              </a:spcBef>
              <a:defRPr sz="1800">
                <a:solidFill>
                  <a:srgbClr val="90B0D0"/>
                </a:solidFill>
              </a:defRPr>
            </a:pPr>
            <a:r>
              <a:t>PDF | DOCX | PPTX | HTML | Spreadsheets | Images/OCR | Email | Markdown | EPUB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is RAG? (Retrieval-Augmented Generation)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RAG combines a Large Language Model (LLM) with an external knowledge base</a:t>
            </a:r>
          </a:p>
          <a:p>
            <a:pPr lvl="1">
              <a:spcBef>
                <a:spcPts val="200"/>
              </a:spcBef>
              <a:defRPr sz="1500">
                <a:solidFill>
                  <a:srgbClr val="555555"/>
                </a:solidFill>
              </a:defRPr>
            </a:pPr>
            <a:r>
              <a:t>User asks a question → System retrieves relevant chunks → LLM generates answer using those chunks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Instead of relying solely on training data, the LLM retrieves relevant documents at query time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The quality of RAG depends entirely on the quality of your document parsing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Garbage in = Garbage out: poorly parsed documents lead to irrelevant retrieval</a:t>
            </a:r>
          </a:p>
          <a:p>
            <a:pPr lvl="1">
              <a:spcBef>
                <a:spcPts val="200"/>
              </a:spcBef>
              <a:defRPr sz="1500">
                <a:solidFill>
                  <a:srgbClr val="555555"/>
                </a:solidFill>
              </a:defRPr>
            </a:pPr>
            <a:r>
              <a:t>If your PDF text is garbled, table data is mangled, or images aren't OCR'd — the LLM can't help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This presentation covers HOW to extract text from every major document 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Document Parsing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Why can't we just "read" a file?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Each file format stores data in fundamentally different ways internally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A PDF doesn't contain 'paragraphs' — it contains coordinates and character codes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A DOCX isn't a text file — it's a ZIP archive containing XML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An image has NO text at all — just millions of colored pixels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Tables, headers, footers, and multi-column layouts add complexity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The same logical content looks completely different across formats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Different methods give different results — choosing the right one matters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9 Unstructured Data Sources for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Each document type stores data differently and requires specialized extraction approaches.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Format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Key Challenge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# Methods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Binary / coordinate-based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Text encoding, tables, scanned docs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Word (DOCX)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ZIP of XML files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Styles, heading hierarchy, tables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PowerPoint (PPTX)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ZIP of XML slides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Sparse text, visual content, notes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HTML / Web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DOM tree markup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Boilerplate removal (nav, ads, footer)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Spreadsheets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Cell-based (XLSX/CSV)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Meaning from position, not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Images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Pixel grid (PNG/JPG)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 inherent text — needs OCR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Email (EML)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MIME multipart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Encoded parts, HTML bodies, attachments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Markdown / Text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Plain text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 structure — chunking is the challenge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EPUB (Ebooks)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ZIP of XHTML chapters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Chapter extraction, HTML inside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Universal RAG Document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Every document type follows the same high-level pipeline: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1. SOURCE DOCUMENT  →  Your PDF, DOCX, HTML, image, etc.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2. PARSE / EXTRACT  →  Pull out raw text, tables, metadata (THIS presentation focuses here)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3. CLEAN            →  Remove noise, normalize formatting, strip boilerplate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4. CHUNK            →  Split into retrieval-sized pieces (200-500 tokens typical)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5. EMBED            →  Convert each chunk to a vector using an embedding model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6. STORE            →  Save vectors + metadata in a vector database (Pinecone, Chroma, etc.)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Steps 2-4 (Parse, Clean, Chunk) are where most RAG quality is won or lost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This presentation covers steps 2-4 in depth for every document 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Why Different Formats Need Different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5B6"/>
                </a:solidFill>
              </a:defRPr>
            </a:pPr>
            <a:r>
              <a:t>What You See (Visual)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A heading in bold, large font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A paragraph of body text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A table with rows and columns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A bulleted list of items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An image with caption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All of these LOOK similar across formats...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5B6"/>
                </a:solidFill>
              </a:defRPr>
            </a:pPr>
            <a:r>
              <a:t>What The Computer Sees (Internal)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PDF: BT /F1 24 Tf 72 720 Td (Heading) Tj ET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DOCX: &lt;w:pStyle w:val="Heading1"/&gt;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PPTX: &lt;a:t&gt;Heading&lt;/a:t&gt; inside &lt;p:sp&gt;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HTML: &lt;h1&gt;Heading&lt;/h1&gt;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Image: [0,0,0,255,255,255,0,0,0...] pixels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...but are stored completely differently!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How Data Actually Lives Inside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PDF: Binary content streams with character codes + (x,y) coordinates. The text 'Hello' might be stored as individual characters placed at specific pixel positions. No concept of 'paragraphs'.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DOCX: A ZIP file containing XML. Unzip a .docx and you'll find word/document.xml with &lt;w:p&gt; (paragraph) and &lt;w:r&gt; (run) tags.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PPTX: A ZIP file of XML slides. Each slide has shapes (&lt;p:sp&gt;) containing text frames. Text isn't linear — it's in positioned boxes.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HTML: A tree of nested tags. Actual content is mixed with navigation, ads, footers, and JavaScript.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Spreadsheets: Cells addressed by (row, col). 'Salary: $125,000' only makes sense because the header is in row 1.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Images: Just a grid of pixel colors (R, G, B values). The letter 'A' is a pattern of dark pixels on a light background — the computer has zero knowledge it's text.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Email: MIME-encoded parts, potentially Base64, with headers and multipart boundaries.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Concepts for This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Parsing: Reading the raw file format and extracting its contents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Extraction: Pulling meaningful text, tables, and metadata from parsed content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Chunking: Splitting extracted text into smaller pieces sized for embedding models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Tokens: Sub-word units that LLMs process (~1 token ≈ 4 characters in English)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Embeddings: Dense vector representations of text chunks (e.g., 1536 dimensions)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Overlap: Including some text from the previous chunk in the next one to avoid losing context at boundaries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Metadata: Information ABOUT the chunk (source file, page number, heading, date) used for filtering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Boilerplate: Non-content elements (navigation, footers, ads) that add noise to embeddings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Section 2</a:t>
            </a:r>
          </a:p>
          <a:p>
            <a:pPr algn="ctr">
              <a:spcBef>
                <a:spcPts val="2000"/>
              </a:spcBef>
              <a:defRPr sz="2000">
                <a:solidFill>
                  <a:srgbClr val="D6E4F0"/>
                </a:solidFill>
              </a:defRPr>
            </a:pPr>
            <a:r>
              <a:t>How Data Lives Inside Each Format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PDF Internals: Not What You Think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PDF = Portable Document Format. Designed for DISPLAY, not data extraction.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Text is NOT stored as paragraphs — it's individual characters at (x, y) coordinates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Example: The word 'Hello' might be stored as: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 BT /F1 12 Tf 72 720 Td (H) Tj 7.2 0 Td (e) Tj 5.4 0 Td (l) Tj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Fonts can use custom encoding — character code 65 doesn't always mean 'A'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Images in PDFs are embedded binary streams — text inside images is invisible to parsers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Tables are NOT tables — they're just text characters aligned in a grid visually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Multi-column layouts: text flows down column 1, then column 2 — parsers may interleave them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This is why PDF parsing has 6 different methods — each handles these challenges differently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DOCX Internals: ZIP of XML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A .docx file is literally a ZIP archive. Rename it to .zip and extract it!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Inside you'll find: word/document.xml, word/styles.xml, word/media/ (images), etc.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document.xml structure: &lt;w:body&gt; → &lt;w:p&gt; (paragraph) → &lt;w:r&gt; (run) → &lt;w:t&gt; (text)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Styles define Heading 1, Heading 2, Normal, etc. — essential for structured extraction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Each 'run' can have different formatting (bold, italic, font) within the same paragraph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Tables are &lt;w:tbl&gt; → &lt;w:tr&gt; (row) → &lt;w:tc&gt; (cell) — well-structured for extraction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Advantage over PDF: paragraphs and headings are explicitly marked in the XML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This is why DOCX parsing is generally easier and more reliable than PDF parsing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PPTX Internals: Slides, Shapes, and Text 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A .pptx file is also a ZIP archive, similar to DOCX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Inside: ppt/slides/slide1.xml, slide2.xml, etc. + notesSlides/ for speaker notes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Each slide contains shapes (&lt;p:sp&gt;) — text boxes, tables, images, group shapes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Text is inside text frames: &lt;p:txBody&gt; → &lt;a:p&gt; (paragraph) → &lt;a:r&gt; (run) → &lt;a:t&gt; (text)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Title and content are in 'placeholders' — but not all shapes are placeholders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Group shapes nest other shapes inside them — extractors must recurse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Speaker notes live in separate notesSlide XML files — often contain the BEST text for RAG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Challenge: Slides are visual — text is sparse and context depends on visual layout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HTML Internals: DOM Tree with Boilerplate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HTML is a tree of nested tags: &lt;html&gt; → &lt;body&gt; → &lt;div&gt; → &lt;p&gt; → text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Semantic tags: &lt;h1&gt;, &lt;article&gt;, &lt;nav&gt;, &lt;footer&gt;, &lt;table&gt; — meaningful for extraction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The main content might be 30% of the HTML — the rest is navigation, ads, scripts, CSS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Tables in HTML are well-structured: &lt;table&gt; → &lt;tr&gt; → &lt;td&gt; — easier to parse than PDF tables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Links (&lt;a href&gt;), images (&lt;img&gt;), emphasis (&lt;strong&gt;, &lt;em&gt;) can be preserved or stripped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JavaScript-rendered content (SPAs) won't be visible to HTML parsers — need Selenium/Playwright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Encoding issues: pages may use UTF-8, Latin-1, or other character encodings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The key challenge is separating the article/main content from everything else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Spreadsheet Internals: Cells, Types, and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XLSX: ZIP of XML files. Each sheet is a separate XML file with rows and cells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Each cell has: a position (A1, B3), a type (string, number, date, formula), and a value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Meaning comes from POSITION — cell B5 only makes sense in context of its header in B1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Merged cells: A header spanning columns A-D creates NULL values in B, C, 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Formulas: Cell D5 might contain '=SUM(A5:C5)' — you want the calculated value, not the formula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Multiple sheets: One workbook can have many sheets, each a separate 'document'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CSV is simpler: plain text with delimiter-separated values, but loses types and formatting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Challenge for RAG: 'Salary: $125,000' is meaningful, but '$125,000' alone is not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Image Internals: Pixels — No Text At 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An image is a 2D grid of pixels. Each pixel has color values (Red, Green, Blue: 0-255)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Example: A 800x600 image = 480,000 pixels = 1,440,000 color values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The letter 'A' in an image is just a pattern: dark pixels on a lighter background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The computer has ZERO knowledge that these pixels form the letter 'A'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Image formats: PNG (lossless), JPEG (lossy compression), TIFF (high quality scans)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Resolution matters: 72 DPI (screen) vs 300 DPI (print quality) — higher DPI = better OCR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Grayscale images: Each pixel is just one value (0=black, 255=white) instead of RGB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To extract text from images, we need OCR — Optical Character Recognition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OCR converts pixel patterns back into characters — a complex, error-prone process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Email Internals: MIME Multipart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Email format (EML) uses MIME (Multipurpose Internet Mail Extensions)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Headers: From, To, CC, Subject, Date, Message-ID — all structured key-value pairs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Body can be: plain text, HTML, or BOTH (multipart/alternative)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Attachments are Base64-encoded binary data inside multipart/mixed boundaries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Example MIME structure: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 Content-Type: multipart/mixed; boundary='----=_Part_1234'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 ------=_Part_1234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 Content-Type: text/plain → the body text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 ------=_Part_1234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 Content-Type: application/pdf; name='report.pdf' → attachment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Headers can use RFC 2047 encoding for non-ASCII characters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Markdown &amp; Plain Text: The Simplest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Plain text: Just characters. No formatting metadata at all.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Markdown adds lightweight conventions: # Heading, **bold**, - bullet, [link](url)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These are NOT parsed by the file format — they're just text patterns we interpret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No binary data, no XML, no encoding tricks — just UTF-8 text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Heading structure: # = H1, ## = H2, ### = H3 — perfect natural chunk boundaries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Code blocks: Fenced with ``` — should be extracted separately for technical RAG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Since there's no 'parsing' challenge, the main challenge is CHUNKING strategy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Plain text without headings: You must rely on paragraph breaks, sentences, or fixed sizes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EPUB Internals: A Book in a ZIP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EPUB = Electronic Publication. It's a ZIP file containing XHTML chapters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Structure: META-INF/container.xml → content.opf (spine/manifest) → chapter files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The 'spine' defines reading order: chapter1.xhtml → chapter2.xhtml →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Each chapter is a complete XHTML document with HTML tags inside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Metadata is rich: title, author, publisher, language, ISBN, description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Table of Contents (TOC) is in toc.ncx or nav.xhtml — maps to chapter files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Great for RAG: natural chapter boundaries provide excellent chunk boundaries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Parsing: Read the EPUB with ebooklib, then parse each chapter's HTML with BeautifulSoup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Section 3</a:t>
            </a:r>
          </a:p>
          <a:p>
            <a:pPr algn="ctr">
              <a:spcBef>
                <a:spcPts val="2000"/>
              </a:spcBef>
              <a:defRPr sz="2000">
                <a:solidFill>
                  <a:srgbClr val="D6E4F0"/>
                </a:solidFill>
              </a:defRPr>
            </a:pPr>
            <a:r>
              <a:t>PDF Deep Dive — The Most Complex Format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Why PDF Parsing is Hard — 7 Key Challenges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Challenge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Impact on RAG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Text Encoding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Characters mapped through font-specific encoding 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Garbled or missing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Layout vs Content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Text placed by (x,y) coordinates, not logical order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Jumbled reading order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Multi-Column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Text flows down column 1, then column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Columns get interleaved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Tables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 table structure — just aligned characters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Tables become garbled text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Scanned PDFs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Pages are images, not text at 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Zero text extracted without OCR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Headers/Footers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Repeated on every page with no marker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Noise in every chunk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Embedded Fonts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Custom fonts with non-standard character maps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Special characters lost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PDF Method 1: pypdf — Basic Text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5B6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Reads PDF structure and extracts text streams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Decodes character codes using font maps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Concatenates text in the order found in the PDF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Also extracts metadata (title, author, dates)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Pure Python — no system dependencies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5B6"/>
                </a:solidFill>
              </a:defRPr>
            </a:pPr>
            <a:r>
              <a:t>Pros &amp; 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PROS: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+ Fast (6ms per file in benchmarks)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+ Lightweight, pure Python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+ Good metadata extraction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+ Active development, well maintained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CONS: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- No table detection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- No layout awareness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- Can jumble multi-column text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- No OCR support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PDF Method 2: pdfplumber — Tables &amp;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5B6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Builds on pdfminer for text extraction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Analyzes character positions to detect tables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Offers 'layout' mode preserving spatial positioning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Provides word-level and character-level data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Returns tables as structured Python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5B6"/>
                </a:solidFill>
              </a:defRPr>
            </a:pPr>
            <a:r>
              <a:t>Pros &amp; 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PROS: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+ Best table detection and extraction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+ Layout-aware mode for multi-column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+ Character-level detail (fonts, sizes)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+ Word bounding boxes available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CONS: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- Slower than pypdf (~95ms per file)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- No OCR support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- More memory usage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- Complex API for simple use cases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PDF Method 3: PyMuPDF (fitz) — Speed &amp; Power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5B6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C-based engine (MuPDF) with Python bindings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Extracts text as 'blocks' with bounding boxes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Can detect text properties (font, size, bold)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Sort mode reorders blocks by reading position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Structured dict extraction for font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5B6"/>
                </a:solidFill>
              </a:defRPr>
            </a:pPr>
            <a:r>
              <a:t>Pros &amp; 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PROS: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+ Fastest library (5.5ms per file)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+ Block-level position data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+ Font size/name detection → heading detection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+ Good for batch processing at scale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CONS: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- C dependency (binary install)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- Table extraction is basic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- Sorted mode can be slower (~25ms)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- License considerations (AGPL)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PDF Table Extraction — Converting Tables for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Tables in PDFs are NOT real tables — they're characters aligned visually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pdfplumber detects tables by analyzing character positions and line segments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Key strategy: Convert extracted tables into natural language descriptions: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BEFORE (raw table): ['Product', 'Price'] → ['Widget', '$29.99']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AFTER (RAG-ready):  'Product: Widget; Price: $29.99; Category: Electronics'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Why? Because 'Widget $29.99' without context means nothing to an embedding model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But 'Product Widget costs $29.99' is a complete, searchable statement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Alternative formats: Markdown tables, CSV strings, JSON — all work but natural language is best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Always include column headers with each row — they provide the semantic context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OCR for Scanned PDFs — When Text Extraction Returns Empty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Scanned PDFs are images wrapped in PDF format — no extractable text layer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How to detect: If pypdf/pdfplumber return empty or near-empty text → likely scanned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The OCR Pipeline for PDFs: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1. pdf2image: Convert each PDF page to a high-resolution image (300 DPI recommended)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2. Preprocessing: Convert to grayscale, apply threshold, sharpen, denoise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3. pytesseract: Run Tesseract OCR on each image → get text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4. Post-process: Clean up OCR artifacts, fix common errors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Performance: OCR is 10-100x slower than direct text extraction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Accuracy: ~95% for clean scans, drops significantly for low-quality or handwritten docs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Rule: Always try direct extraction first. Only use OCR when it returns empty/garbage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PDF Method Comparison &amp; Decision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Decision: Try pypdf/PyMuPDF first → Use pdfplumber for tables → Use OCR only for scanned PDFs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Tables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Layout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OCR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pypdf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6ms (fastest)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Simple text, metadata, bulk 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pdfplumber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95ms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Yes (layout mode)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Tables, forms, structured data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PyMuPDF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5.5ms (fastest)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Basic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Block positions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Speed-critical, font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pytesseract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2-10 seconds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hOCR available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Scanned/image PDFs only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Section 4</a:t>
            </a:r>
          </a:p>
          <a:p>
            <a:pPr algn="ctr">
              <a:spcBef>
                <a:spcPts val="2000"/>
              </a:spcBef>
              <a:defRPr sz="2000">
                <a:solidFill>
                  <a:srgbClr val="D6E4F0"/>
                </a:solidFill>
              </a:defRPr>
            </a:pPr>
            <a:r>
              <a:t>DOCX Deep Dive — ZIP of XML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DOCX Structure: Paragraphs, Runs, and Styles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Every DOCX is a hierarchy: Document → Paragraphs → Runs → Text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Paragraph (&lt;w:p&gt;): A block of text with one style (Heading 1, Normal, List Bullet, etc.)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Run (&lt;w:r&gt;): A span within a paragraph with consistent formatting (bold, italic, font)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Text (&lt;w:t&gt;): The actual characters within a run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Example: "This is bold and normal text" is stored as: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Paragraph [style=Normal]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 Run [bold=True]: "This is bold"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 Run [bold=False]: " and normal text"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Style names are KEY for RAG: They tell you what's a heading vs body vs list item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This heading hierarchy enables heading-aware chunking — the best strategy for DOCX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python-docx: Full Structural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python-docx gives you direct access to the DOCX XML structure via Python objects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Key capabilities: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doc.paragraphs → iterate all paragraphs with their style names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paragraph.style.name → 'Heading 1', 'Normal', 'List Bullet', etc.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paragraph.runs → access individual formatted text spans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doc.tables → extract all tables with row/cell access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Extraction strategy: Build a heading hierarchy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For each paragraph: if style is 'Heading N' → start new section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Group all body paragraphs under their parent heading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Each section becomes one RAG chunk with the heading as metadata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Best for: When you need the document's structure preserved for heading-aware chunking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mammoth vs docx2txt — Two Simpler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5B6"/>
                </a:solidFill>
              </a:defRPr>
            </a:pPr>
            <a:r>
              <a:t>mammoth (Convert to Markdown)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Converts DOCX to clean markdown or HTML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Maps styles to semantic tags automatically: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Heading 1 → # Heading 1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Bold → **bold**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List Bullet → - item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Best for: Quick markdown output that's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ready for heading-aware chunking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Output is immediately RAG-friendly!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5B6"/>
                </a:solidFill>
              </a:defRPr>
            </a:pPr>
            <a:r>
              <a:t>docx2txt (Plain Text Dump)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One-line extraction: docx2txt.process(path)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Returns plain text only — no styles preserved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What's LOST: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- Heading levels (all become plain text)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- Bold/italic markers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- Bullet point indicators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- Hyperlink URLs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Best for: When you just need raw text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and will use character/sentence chunking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DOCX Method Comparison &amp; Recommended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Recommendation: python-docx for full control → mammoth for quick markdown → docx2txt for simplicity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Preserves Styles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Tables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Markdown Output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python-docx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Full (name, bold, etc.)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Yes (structured)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Manual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Full structural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mammoth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Semantic mapping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Basic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Native markdown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Quick markdown, heading chunking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docx2txt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None (plain text)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Cell text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Simple text dump, minimal deps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Section 5</a:t>
            </a:r>
          </a:p>
          <a:p>
            <a:pPr algn="ctr">
              <a:spcBef>
                <a:spcPts val="2000"/>
              </a:spcBef>
              <a:defRPr sz="2000">
                <a:solidFill>
                  <a:srgbClr val="D6E4F0"/>
                </a:solidFill>
              </a:defRPr>
            </a:pPr>
            <a:r>
              <a:t>PPTX Deep Dive — Sparse Text in Visual Containers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Why PPTX is Tricky for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Presentations are inherently VISUAL — designed for human viewing, not text extraction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7 challenges unique to PPTX: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1. Sparse text: Each slide might have only 5-20 words of actual content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2. Visual context: A chart or diagram conveys meaning that text extraction misses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3. Fragmented text: Content is scattered across multiple shapes per slide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4. Group shapes: Nested shapes require recursive extraction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5. Speaker notes: The BEST text is often in notes, not on the slide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6. Tables in slides: Different from DOCX tables, stored as shape sub-elements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7. Slide ordering: Content flow depends on visual position, not XML order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Key insight: Speaker notes often contain the full explanation for each slide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PPTX Extraction: Basic vs Structured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5B6"/>
                </a:solidFill>
              </a:defRPr>
            </a:pPr>
            <a:r>
              <a:t>Basic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Walk all slides → all shapes → extract text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Handles: text frames, tables, group shapes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Returns flat text per slide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Process: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for slide in presentation.slides: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  for shape in slide.shapes: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    if shape.has_text_frame: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      text = shape.text_frame.text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    if shape.has_table: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      # extract table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5B6"/>
                </a:solidFill>
              </a:defRPr>
            </a:pPr>
            <a:r>
              <a:t>Structured Extraction (Recommended)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Parse each slide into a structured dict: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{slide_number, title, body_text,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 table_data, notes}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Key improvements: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- Separate title from body text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- Extract speaker notes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- Convert tables to 'Header: Value' format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- Build slide summaries as context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Creates richer, more meaningful chunks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with metadata for better retrieval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PPTX Strategy: Slide-Per-Chunk with Metadata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Recommended approach: One chunk per slide with rich metadata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Each chunk should contain: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Slide title as a heading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All body text from the slide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Table data converted to natural language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Speaker notes (these are gold for RAG!)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Metadata for each chunk: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slide_number, title, has_table, has_notes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Why per-slide chunking works: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Slides are natural topic boundaries (the presenter chose them)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Each slide covers one concept or point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Speaker notes provide the context that sparse slide text lacks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Metadata enables filtering ('find slides with tables')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Section 6</a:t>
            </a:r>
          </a:p>
          <a:p>
            <a:pPr algn="ctr">
              <a:spcBef>
                <a:spcPts val="2000"/>
              </a:spcBef>
              <a:defRPr sz="2000">
                <a:solidFill>
                  <a:srgbClr val="D6E4F0"/>
                </a:solidFill>
              </a:defRPr>
            </a:pPr>
            <a:r>
              <a:t>HTML Deep Dive — Separating Content from Noise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HTML Boilerplate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A typical web page is 70% boilerplate, 30% actual content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What's boilerplate?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Navigation menus (&lt;nav&gt;): Home | About | Contact | Blog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Sidebars (&lt;aside&gt;): Related articles, newsletter signup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Footers (&lt;footer&gt;): Copyright, privacy policy, terms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Advertisements: Injected scripts and iframes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Cookie banners, popup overlays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JavaScript, CSS, metadata tags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If you embed this boilerplate: Every chunk will contain 'Home | About | Contact'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This dilutes the semantic meaning and hurts retrieval quality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Solution: Remove boilerplate BEFORE chunking. Use trafilatura (automatic) or BeautifulSoup (manual)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BeautifulSoup: Fine-Grained HTML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BeautifulSoup parses HTML into a navigable tree of Python objects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Key operations for RAG extraction: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soup.find('article') → find the main content container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soup.find_all(['nav', 'footer']).decompose() → remove boilerplate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soup.find_all('h2') → extract all headings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soup.find_all('table') → extract all tables separately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soup.get_text(separator='\n') → get clean text from any element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Best practice: Target the &lt;article&gt; or &lt;main&gt; tag, then extract from there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This skips navigation, footer, and sidebar automatically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Best for: Custom scrapers for known site structures, API documentation, product pages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html2text vs Trafilatura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5B6"/>
                </a:solidFill>
              </a:defRPr>
            </a:pPr>
            <a:r>
              <a:t>html2text (HTML → Markdown)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Converts ALL HTML to markdown text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No boilerplate removal (gets everything)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Great markdown output with headings (#)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RAG-optimized settings: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converter.ignore_links = True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converter.ignore_images = True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converter.body_width = 0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Best for: Well-structured HTML where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you want heading-aware chunking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5B6"/>
                </a:solidFill>
              </a:defRPr>
            </a:pPr>
            <a:r>
              <a:t>Trafilatura (Smart Extraction)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Designed specifically for web articles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AUTOMATICALLY removes boilerplate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Extracts just the main content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Also extracts metadata (author, date)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Supports output formats: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- Plain text (default)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- JSON (with metadata)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- XML (structural markup)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Best for: Web scraping, diverse sites,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articles/blogs with unknown structure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HTML Method Comparison &amp; Decision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Decision: Trafilatura for web scraping → html2text for markdown → BeautifulSoup for custom control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Boilerplate Removal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Tables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Markdown Output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BeautifulSoup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Manual (you control)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Yes (manual)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Custom scrapers, known structures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html2text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 (converts all)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Auto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Yes (native)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Quick markdown, heading chunking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Trafilatura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Automatic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Web articles, unknown sites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Section 7</a:t>
            </a:r>
          </a:p>
          <a:p>
            <a:pPr algn="ctr">
              <a:spcBef>
                <a:spcPts val="2000"/>
              </a:spcBef>
              <a:defRPr sz="2000">
                <a:solidFill>
                  <a:srgbClr val="D6E4F0"/>
                </a:solidFill>
              </a:defRPr>
            </a:pPr>
            <a:r>
              <a:t>Spreadsheets Deep Dive — When Meaning Comes from Position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Why Tabular Data is Hard for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In text documents, meaning is in the words: 'The revenue was $2.4M'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In spreadsheets, meaning comes from POSITION: Cell B5 = $2,400,000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Without the header row, '$2,400,000' is meaningless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Without the row label, 'Revenue' tells you nothing about whose revenue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Challenge: Embedding models process TEXT. How do you represent a table as text?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Bad approach (raw dump): '2400000 1800000 1200000' → no context, terrible embeddings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Good approach (natural language): 'North America Q4 Revenue: $2.4M, Growth: +29%'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Key insight: Each row should include its column headers to be self-contained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The embedding for 'Q4 Revenue: $2.4M' is far more useful than '$2.4M' alone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Converting Tables to RAG-Ready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Strategy 1: Natural Language Descriptions (RECOMMENDED)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'Employee Alice Johnson works in Engineering as Senior Developer earning $125K'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Strategy 2: Key-Value Format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'Name: Alice Johnson; Department: Engineering; Title: Senior Developer; Salary: $125K'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Strategy 3: Row-Based Chunks (with headers repeated)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[Employee Directory - rows 1-5] Columns: Name, Dept, Title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Name: Alice; Dept: Engineering; Title: Senior Developer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Strategy 4: Summary + Detail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Summary chunk: 'Employee directory with 8 records. Salary range: $75K-$145K'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Detail chunks: One chunk per row or per 3-5 rows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Always include: Column headers, sheet name, and summary statistics as metadata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Spreadsheet Methods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Recommendation: pandas for analysis + extraction → openpyxl for formatting → csv for simple files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File Types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Dependencies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Type Inference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openpyxl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XLSX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Lightweight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Basic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Cell-level access, formatting, merged cells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pandas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XLSX, CSV, XLS+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Heavy (numpy)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Data analysis, aggregation, stats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csv (stdlib)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CSV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None (strings)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Zero dependencies, streaming large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Section 8</a:t>
            </a:r>
          </a:p>
          <a:p>
            <a:pPr algn="ctr">
              <a:spcBef>
                <a:spcPts val="2000"/>
              </a:spcBef>
              <a:defRPr sz="2000">
                <a:solidFill>
                  <a:srgbClr val="D6E4F0"/>
                </a:solidFill>
              </a:defRPr>
            </a:pPr>
            <a:r>
              <a:t>Images &amp; OCR Deep Dive — From Pixels to Text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is an Image? — Understanding Pixels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An image is a 2D grid (matrix) of tiny colored squares called PIXELS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Each pixel has 3 color channels: Red, Green, Blue (RGB) — each from 0 to 255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(255, 0, 0) = pure red    (0, 255, 0) = pure green    (0, 0, 255) = pure blue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(0, 0, 0) = black         (255, 255, 255) = white      (128, 128, 128) = gray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Image sizes: Width x Height in pixels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800 x 600 image = 480,000 pixels = 1,440,000 color values to process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A full page at 300 DPI ≈ 2,550 x 3,300 pixels = 8.4 million pixels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Resolution (DPI = Dots Per Inch):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72 DPI = screen quality (blurry text for OCR)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150 DPI = reasonable quality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300 DPI = print quality (recommended for OCR)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The key point: An image contains ZERO text data. Only pixel colors.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is OCR? — Optical Character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OCR is the process of converting images of text into actual machine-readable text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The fundamental challenge: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Input: A grid of pixel colors → [0,0,0, 255,255,255, 0,0,0, ...]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Output: Characters → 'Hello World'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How does the computer know that a group of dark pixels forms the letter 'A'?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Traditional OCR: Pattern matching against known character templates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Modern OCR: Deep learning models trained on millions of text images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OCR must handle: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Different fonts (serif, sans-serif, handwriting, monospace)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Different sizes (6pt footnote to 72pt headline)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Different qualities (clean print, faded photocopy, smartphone photo)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Different languages (Latin, CJK, Arabic, Devanagari, etc.)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Noise (smudges, creases, uneven lighting, background patterns)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OCR Pipeline: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Step 1: LOAD IMAGE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Read the image file (PNG, JPEG, TIFF) into memory as a pixel array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Step 2: PREPROCESS (Critical for accuracy!)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Convert to grayscale → Apply threshold (binarize) → Denoise → Deskew (straighten)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Step 3: LAYOUT ANALYSIS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Detect text regions, columns, paragraphs, and line boundaries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Separate text from images, tables, and whitespace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Step 4: CHARACTER RECOGNITION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For each detected text region: identify individual characters using ML models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Tesseract uses LSTM neural networks trained on millions of text samples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Step 5: POST-PROCESSING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Apply dictionary/language model corrections, fix common OCR errors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Output: Plain text with optional bounding box coordinates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Image Preprocessing for OCR — The Accuracy Multiplier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Preprocessing can improve OCR accuracy from 70% to 95%+ on noisy documents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1. GRAYSCALE CONVERSION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RGB (3 channels) → single brightness channel. Simplifies analysis.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2. BINARIZATION (Thresholding)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Every pixel becomes either black (text) or white (background).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Methods: Simple threshold, Otsu's method (auto), adaptive threshold (local)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3. NOISE REMOVAL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Median filter removes salt-and-pepper noise from scans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Morphological operations (erode/dilate) clean up character edges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4. DESKEWING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Detect and correct rotation from tilted scans (even 1-2 degrees matters!)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5. SHARPENING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Enhance blurry text edges using unsharp mask or convolution filters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Tesseract OCR — The Industry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Tesseract: Open-source OCR engine by Google. 100+ language support.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Key configuration — Page Segmentation Modes (PSM):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PSM 3 (default): Fully automatic page segmentation — best for full pages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PSM 6: Assume a single block of text — good for cropped regions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PSM 7: Treat image as a single text line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PSM 13: Raw line — for individual characters or special cases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OEM (OCR Engine Modes):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OEM 1: LSTM neural network engine (default, most accurate)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OEM 0: Legacy Tesseract engine (faster but less accurate)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Output formats: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String: Plain text output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HOCR: HTML-like output with bounding boxes for every word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Data: Word-by-word output with coordinates and confidence scores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Typical accuracy: ~95% on clean 300 DPI scans, ~80% on noisy low-res images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EasyOCR — Deep Learning Alternative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EasyOCR: PyTorch-based OCR with 80+ language support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How it differs from Tesseract: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Uses deep learning for both detection AND recognition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CRAFT model for text detection (where is the text?)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CRNN model for text recognition (what does it say?)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Better with natural scene text (photos, signs, not just documents)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Key features: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Returns bounding boxes + text + confidence score for each detected region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GPU acceleration with CUDA (much faster than CPU)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Multiple language detection in same image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No system dependencies (unlike Tesseract which needs separate install)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Trade-offs: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Larger install size (~1-2 GB with PyTorch)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First run downloads model files (~100 MB per language)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Slower than Tesseract on CPU for clean document scans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OCR Method Comparison — When to Use Each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Tesseract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EasyOCR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Cloud APIs (Google/AWS)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Vision LLMs (GPT-4V)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Traditional + 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Deep learning (PyTorch)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Cloud-hosted DL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Multimodal 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Install Size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~30 MB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~1-2 GB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None (API)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None (API)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Speed (per page)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0.5-2 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1-5 sec (CPU)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1-3 sec (network)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2-10 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Clean Doc Accuracy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~95%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~93%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~98%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~97%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Noisy Doc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$1-3 per 1K pages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$0.01-0.03 per image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Documents, forms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Scene text, photos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Production at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Complex layouts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Section 9</a:t>
            </a:r>
          </a:p>
          <a:p>
            <a:pPr algn="ctr">
              <a:spcBef>
                <a:spcPts val="2000"/>
              </a:spcBef>
              <a:defRPr sz="2000">
                <a:solidFill>
                  <a:srgbClr val="D6E4F0"/>
                </a:solidFill>
              </a:defRPr>
            </a:pPr>
            <a:r>
              <a:t>Email, Markdown &amp; EPUB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Email Parsing for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Email format uses MIME (Multipurpose Internet Mail Extensions) standard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Extraction targets: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Headers: From, To, CC, Subject, Date — valuable metadata for filtering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Body: Plain text and/or HTML versions (prefer plain text; strip HTML if only HTML)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Attachments: PDFs, images, documents — parse these with their respective methods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RAG-ready format for each email: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'Email from {from} to {to} on {date}. Subject: {subject}.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Body: {body_text}'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Chunking strategy: Usually one email = one chunk (emails are typically short)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For long email threads: Split by message, include thread metadata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Common pitfalls: RFC 2047 encoded headers, nested MIME parts, inline HTML images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Python's built-in email module handles all of this — no external dependencies needed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Markdown &amp; Text: Chunking IS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Markdown and plain text are the easiest to 'parse' — they're already text!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The real challenge is choosing the right CHUNKING STRATEGY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For Markdown (with headings):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Use heading-aware chunking — each section under a heading becomes one chunk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Extract code blocks separately — they need different treatment for RAG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Parse the AST (Abstract Syntax Tree) with mistune for structured extraction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For Plain Text (no headings):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Paragraph-based: Split on double newlines (\n\n) — respects topic boundaries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Sentence-based: Group 3-5 sentences per chunk — good semantic coherence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Recursive splitting: Try paragraphs first, then sentences, then characters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Key insight: Plain text without headings is actually the HARDEST to chunk well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because there are no structural markers to guide the splitting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Why Plain Text Chunking Needs Careful Thought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Consider this text about World War II — where do you split it?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Character chunking at 500 chars: Might split mid-sentence about a battle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"...the Allied forces landed at Norman" | "dy on June 6, 1944..."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→ Broken context, incomplete information in both chunks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Sentence chunking (3 sentences): Better, but related sentences may be split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Chunk 1: Setup of D-Day planning. Chunk 2: The actual landing details.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→ A query about 'D-Day preparation' might miss the actual event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Paragraph chunking: Best for topic-organized text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Each paragraph usually covers one sub-topic → natural chunk boundary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But some paragraphs are very long, others very short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Solution: Recursive splitting with overlap — tries paragraphs first, falls back to sentences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EPUB Parsing: Natural Chapter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EPUB is excellent for RAG — it has built-in document structure!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Extraction with ebooklib + BeautifulSoup: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1. Read EPUB with ebooklib → get chapter items in reading order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2. Parse each chapter's XHTML content with BeautifulSoup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3. Extract clean text, headings, lists, and tables from each chapter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4. Preserve chapter structure as metadata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Chunking strategies for EPUB: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Chapter-per-chunk: One chunk per chapter — simple and effective for short chapters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Heading-aware: Convert to markdown, then split by headings — best for long chapters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Recursive split: For very long chapters, fall back to recursive character splitting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Metadata to include: Book title, author, chapter title, chapter number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This enables queries like 'What does Chapter 3 of [book] discuss?'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Email, Markdown, EPUB — Quick Decision Guide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Format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Go-To Method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Chunking Strategy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Key Tip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Email (.eml)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Python email (stdlib)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One email = one chunk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Include headers as metadata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Markdown (.md)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mistune AST parsing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Heading-aware chunking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Extract code blocks separately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Plain text (.txt)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Direct read + chunk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Recursive splitting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Paragraph splits &gt; sentence splits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EPUB (.epub)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ebooklib + BS4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Chapter-per-chunk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Use spine for correct reading order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Section 10</a:t>
            </a:r>
          </a:p>
          <a:p>
            <a:pPr algn="ctr">
              <a:spcBef>
                <a:spcPts val="2000"/>
              </a:spcBef>
              <a:defRPr sz="2000">
                <a:solidFill>
                  <a:srgbClr val="D6E4F0"/>
                </a:solidFill>
              </a:defRPr>
            </a:pPr>
            <a:r>
              <a:t>Chunking Strategies — Where RAG Quality is Won or Lost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is Chunking &amp; Why It Matters for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Chunking = splitting extracted text into smaller pieces for embedding and retrieval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Why chunk? Three reasons: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1. Embedding models have token limits (e.g., 512 tokens for many models)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2. Smaller chunks have more focused semantic meaning → better retrieval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3. LLM context windows are limited — you want to inject only relevant content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The chunk size paradox: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Too small: Each chunk lacks context. 'The revenue was $2.4M' — whose revenue?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Too large: Semantic meaning is diluted. A 5-page chunk matches too many queries.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Sweet spot: 200-500 tokens per chunk for most embedding models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Chunking is arguably the MOST important step in the RAG pipeline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Bad chunking → bad embeddings → bad retrieval → bad LLM answers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The right chunking strategy depends on the document type and structure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Strategy 1: Fixed Character Chunking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How it works: Slide a fixed-size window across the text with overlap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Example (chunk_size=200, overlap=50):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Chunk 1: "Artificial Intelligence is a branch of computer science that..."  [chars 0-200]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Chunk 2: "...science that aims to create systems capable of performing..."  [chars 150-350]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Chunk 3: "...performing tasks that normally require human intelligence..."  [chars 300-500]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Pros: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+ Predictable, uniform chunk sizes → consistent token counts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+ Very simple to implement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+ Fast execution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Cons: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Splits mid-word and mid-sentence → broken context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No awareness of document structure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"...the Allied forces landed at Norman" | "dy on June 6, 1944..."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Best for: Baseline comparison, when uniformity matters more than quality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Strategy 2: Sentence-Based Chunking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How it works: Split text into sentences, then group N sentences per chunk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Sentence detection: Split on '.', '!', '?' followed by whitespace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(Can fail on abbreviations: 'Dr. Smith' or numbers: '3.14')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Example (sentences_per_chunk=3, overlap=1):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Chunk 1: [Sentence 1] [Sentence 2] [Sentence 3]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Chunk 2: [Sentence 3] [Sentence 4] [Sentence 5]   ← Sentence 3 appears in both!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Chunk 3: [Sentence 5] [Sentence 6] [Sentence 7]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Pros: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+ Preserves complete sentences → better semantic coherence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+ Overlap at sentence boundaries → context preserved at splits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Cons: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Variable chunk sizes (short vs long sentences)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No awareness of paragraphs or headings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Sentence detection can fail on edge cases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Strategy 3: Recursive Character Splitting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How it works: Try the most meaningful separator first, fall back to simpler ones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Separator hierarchy: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1st try: Split on PARAGRAPHS (double newline \n\n)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2nd try: Split on NEWLINES (single \n)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3rd try: Split on SENTENCES ('. ')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4th try: Split on SPACES (' ')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Last resort: Split on CHARACTERS (hard cut)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At each level: merge parts until they approach chunk_size, then split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This is the most popular strategy (used by LangChain's RecursiveCharacterTextSplitter)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Pros: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+ Respects document structure at multiple levels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+ Graceful degradation — uses the best boundary available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+ Good balance of size consistency and semantic coherence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Cons: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Still no heading awareness (treats all paragraphs equally)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More complex implementation than simple strategies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Strategy 4: Heading-Aware Chunking (RECOMMENDED)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How it works: Split on headings, use heading text as metadata for each chunk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Example input (markdown):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# Introduction     → Chunk 1: heading='Introduction', content='...'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paragraph text...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# Methods           → Chunk 2: heading='Methods', content='...'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paragraph text...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## Experiment Setup  → Chunk 3: heading='Experiment Setup', content='...'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Each chunk carries its heading as metadata → enables section-based retrieval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Pros: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+ Respects the author's intended topic structure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+ Headings provide natural, meaningful boundaries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+ Metadata enables filtered queries ('find info in Methods section')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Cons: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Requires documents with headings (doesn't work for plain text)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Variable chunk sizes (some sections are very short, others very long)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- Very long sections may need secondary splitting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Chunk Size Impact on RAG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The chunk size you choose directly affects retrieval quality: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TOO SMALL (50-100 tokens):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"The revenue was $2.4M" → Matches 'revenue' queries but lacks context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Who? When? What division? The LLM has no context to generate a good answer.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TOO LARGE (2000+ tokens):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Full page of mixed content → Matches many queries but most content is irrelevant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The embedding becomes an 'average' of many topics → diluted semantic meaning.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SWEET SPOT (200-500 tokens):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"In Q4 2024, North America revenue reached $2.4M, representing 29% year-over-year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growth driven primarily by enterprise suite sales."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Complete thought with context, focused enough for precise retrieval.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OVERLAP (10-20% of chunk size):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Repeating 50-100 tokens at chunk boundaries prevents information loss at splits.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Recommended Chunking Strategy per Document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Match your chunking strategy to the document's natural structure.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Document Type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Primary Strategy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Fallback Strategy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Chunk Size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PDF (with headings)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Heading-aware (detect by font size)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Recursive 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300-500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PDF (plain text)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Recursive split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Sentence-based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400-600 tokens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DOCX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Heading-aware (style names)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Recursive 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300-500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PPTX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Slide-per-chunk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Sentence-based on merged text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 slide = 1 chunk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Heading-aware (via html2text)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Recursive 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300-500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Spreadsheets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Row-based (N rows per chunk)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Natural language per row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5-10 rows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Images (OCR)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Paragraph-based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Sentence-based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200-400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One email per chunk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Thread-based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Full email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Markdown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Heading-aware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Paragraph-based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300-500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EPUB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Chapter-per-chunk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Heading-aware within chapters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 chapter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Chunking Best Practices — 8 Key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1. Always include overlap (10-20% of chunk size) to preserve context at boundaries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2. Include metadata with every chunk: source file, page/section, heading, date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3. Test with real queries — the best strategy depends on how users will search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4. Don't mix document types in the same chunk — keep chunks from one source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5. Extract tables separately — convert to natural language, don't dump raw cells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6. For structured docs (DOCX, HTML, MD): heading-aware chunking almost always wins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7. For unstructured docs (plain text, OCR output): recursive splitting is the best default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8. Monitor chunk size distribution — very skewed distributions indicate a poor strategy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Section 11</a:t>
            </a:r>
          </a:p>
          <a:p>
            <a:pPr algn="ctr">
              <a:spcBef>
                <a:spcPts val="2000"/>
              </a:spcBef>
              <a:defRPr sz="2000">
                <a:solidFill>
                  <a:srgbClr val="D6E4F0"/>
                </a:solidFill>
              </a:defRPr>
            </a:pPr>
            <a:r>
              <a:t>Putting It All Together — Decision Matrix &amp; Best Practices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Complete Decision Matrix: Document Type → Parser → Strategy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Document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Recommended Parser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Chunking Strategy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Key Consideration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PDF (text)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PyMuPDF or pypdf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Recursive 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Try direct extraction 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PDF (tables)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pdfplumber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Table-per-chunk + NL conversion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Always include column headers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PDF (scanned)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pytesseract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Paragraph/sentence 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Preprocess images for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DOCX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python-docx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Heading-aware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Use style names for heading detection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python-pptx (structured)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Slide-per-chunk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Always include speaker notes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HTML (article)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Trafilatura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Heading-aware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Remove boilerplate first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HTML (known site)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BeautifulSoup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Section-based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Target &lt;article&gt; or &lt;main&gt;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XLSX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pandas or openpyxl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Row-based + NL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Include headers with every row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csv stdlib or pandas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Row-based + NL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Detect encoding 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Images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Tesseract (+preprocess)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Paragraph split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Always preprocess for quality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email stdlib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One per chunk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Include subject + metadata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Markdown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mistune AST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Heading-aware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Extract code blocks separately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EPUB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ebooklib + BS4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Chapter-per-chunk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Follow spine reading 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RAG Parsing Pipeline in Practice — End-to-End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Scenario: Parse a company's quarterly report (PDF with tables and charts)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Step 1: Detect PDF type → Try pypdf extraction → Text is present → Born-digital PDF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Step 2: Extract text with PyMuPDF (fast) → Get 15 pages of text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Step 3: Extract tables with pdfplumber → 4 tables with financial data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Step 4: Convert tables to natural language: 'Q4 Revenue for North America: $3.1M (+29% YoY)'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Step 5: Detect headings by font size analysis → 'Executive Summary', 'Financial Results', etc.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Step 6: Heading-aware chunking → 12 text chunks + 4 table chunks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Step 7: Add metadata to each chunk: {source: 'Q4_Report.pdf', section: '...', page: N}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Step 8: Embed each chunk → 16 vectors stored in vector database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Query: 'What was the Q4 revenue growth in North America?'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Retrieved chunk: 'Q4 Revenue for North America: $3.1M, representing +29% YoY growth...'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LLM generates: 'North America Q4 revenue grew 29% year-over-year to $3.1M.'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Top 10 Common Pitfalls Across All Document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1. Not removing boilerplate from HTML → 'Home | About | Contact' in every chunk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2. Dumping table cells as raw text → '$2.4M' without headers is meaningless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3. Using OCR on born-digital PDFs → 100x slower with worse accuracy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4. Ignoring speaker notes in PPTX → missing the best text for RAG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5. Splitting mid-sentence with character chunking → broken context in embeddings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6. No overlap between chunks → important context lost at boundaries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7. Mixing boilerplate (headers/footers) with content in PDF → noise in every chunk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8. Not including column headers with spreadsheet rows → context-free numbers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9. Using one method for all PDFs → tables need pdfplumber, text needs PyMuPDF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10. Skipping image preprocessing before OCR → 80% accuracy vs 95% with preprocessing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Production Tips for Document Parsing at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1. Auto-detect document type by extension AND content analysis (don't trust extensions alone)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2. Build a fallback chain: Try method A → if poor results → try method B → try OCR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3. Monitor extraction quality: Track empty chunks, very short chunks, encoding errors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4. Cache parsed results — re-parsing is expensive, especially OCR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5. Process documents in parallel — most parsing libraries are single-threaded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6. Set timeouts for OCR — a corrupted image can hang Tesseract indefinitely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7. Store raw extracted text alongside chunks — makes re-chunking possible without re-parsing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8. Version your chunks — when you change chunking strategy, you need to re-embed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9. Log which method was used for each document — debugging requires knowing the extraction path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10. Test with representative documents from your actual corpus, not just clean samples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Recommended Approach Summary — Per Document Type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Document Type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First Choice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Second Choice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Chunking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PDF (general)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PyMuPDF (speed)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pdfplumber (accuracy)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Heading-aware / recursive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PDF (tables)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pdfplumber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PyMuPDF + custom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Table-to-NL + heading-aware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PDF (scanned)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Tesseract + preprocess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EasyOCR / Cloud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Paragraph / sentence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Word (DOCX)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python-docx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mammoth (markdown)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Heading-aware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PowerPoint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python-pptx (structured)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python-pptx (basic)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Slide-per-chunk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HTML / Web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Trafilatura (articles)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BeautifulSoup (custom)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Heading-aware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Spreadsheets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pandas (analysis)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openpyxl (formatting)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Row-based NL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Images/Scans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Tesseract (clean docs)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EasyOCR (scene text)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Paragraph / sentence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email stdlib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One email = one chunk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Markdown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mistune AST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Simple regex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Heading-aware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Plain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Direct 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Recursive splitting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EPUB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ebooklib + BS4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Chapter-per-chunk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1. Every document format stores data differently internally — one parser doesn't fit all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2. PDF is the most complex: 6 methods exist because no single one handles everything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3. Tables need special treatment: Always convert to natural language with headers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4. OCR is a last resort: Only use it for image-based documents, always preprocess first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5. Chunking strategy matters more than most people think: heading-aware &gt; recursive &gt; sentence &gt; character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6. Metadata is as important as content: Source, section, page number enable filtered retrieval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7. Test with real queries from real users: The best strategy depends on search patterns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8. Quality of parsing = Quality of RAG: Garbage in, garbage out applies strongly here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Bef>
                <a:spcPts val="3000"/>
              </a:spcBef>
              <a:defRPr sz="2800">
                <a:solidFill>
                  <a:srgbClr val="D6E4F0"/>
                </a:solidFill>
              </a:defRPr>
            </a:pPr>
            <a:r>
              <a:t>Questions &amp; Discussion</a:t>
            </a:r>
          </a:p>
          <a:p>
            <a:pPr algn="ctr">
              <a:spcBef>
                <a:spcPts val="4000"/>
              </a:spcBef>
              <a:defRPr sz="1800">
                <a:solidFill>
                  <a:srgbClr val="90B0D0"/>
                </a:solidFill>
              </a:defRPr>
            </a:pPr>
            <a:r>
              <a:t>All code, samples, and guides available in the repository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