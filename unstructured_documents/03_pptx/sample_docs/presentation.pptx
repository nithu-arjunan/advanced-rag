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Emphasize that data preprocessing typically consumes 60-80% of project time. Model selection should be driven by the problem type (classification vs regression) and data characteristics (size, dimensionality, label availability). Mention AutoML tools like Google AutoML, H2O, and Auto-sklearn as alternatives for automated model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practical overview of ML concepts, algorithms,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is broadly categorized into three types:</a:t>
            </a:r>
          </a:p>
          <a:p>
            <a:pPr lvl="1"/>
            <a:r>
              <a:t>Supervised Learning: learns from labeled data (classification, regression)</a:t>
            </a:r>
          </a:p>
          <a:p>
            <a:pPr lvl="1"/>
            <a:r>
              <a:t>Unsupervised Learning: finds hidden patterns in unlabeled data (clustering, dimensionality reduction)</a:t>
            </a:r>
          </a:p>
          <a:p>
            <a:pPr lvl="1"/>
            <a:r>
              <a:t>Reinforcement Learning: learns through trial-and-error interaction with an environment</a:t>
            </a:r>
          </a:p>
          <a:p>
            <a:pPr lvl="1"/>
            <a:r>
              <a:t>Semi-supervised and Self-supervised methods are gaining popularity as hybrid approaches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Comparison of ML Algorithms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Complexity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Classification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Supervised/Unsupervised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Game playing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ML project follows a common pipeline:</a:t>
            </a:r>
          </a:p>
          <a:p>
            <a:pPr lvl="1"/>
            <a:r>
              <a:t>Data Collection: gathering relevant datasets</a:t>
            </a:r>
          </a:p>
          <a:p>
            <a:pPr lvl="1"/>
            <a:r>
              <a:t>Data Preprocessing: cleaning, normalizing, feature engineering</a:t>
            </a:r>
          </a:p>
          <a:p>
            <a:pPr lvl="1"/>
            <a:r>
              <a:t>Model Selection: choosing the right algorithm for the task</a:t>
            </a:r>
          </a:p>
          <a:p>
            <a:pPr lvl="1"/>
            <a:r>
              <a:t>Training: fitting the model on training data</a:t>
            </a:r>
          </a:p>
          <a:p>
            <a:pPr lvl="1"/>
            <a:r>
              <a:t>Evaluation: measuring performance with metrics (accuracy, F1, RMSE)</a:t>
            </a:r>
          </a:p>
          <a:p>
            <a:pPr lvl="1"/>
            <a:r>
              <a:t>Deployment: serving the model in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Key Takeaways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65760" y="1097280"/>
            <a:ext cx="8229600" cy="2468880"/>
            <a:chOff x="365760" y="1097280"/>
            <a:chExt cx="8229600" cy="2468880"/>
          </a:xfrm>
        </p:grpSpPr>
        <p:sp>
          <p:nvSpPr>
            <p:cNvPr id="5" name="TextBox 4"/>
            <p:cNvSpPr txBox="1"/>
            <p:nvPr/>
          </p:nvSpPr>
          <p:spPr>
            <a:xfrm>
              <a:off x="365760" y="1097280"/>
              <a:ext cx="256032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/>
              </a:pPr>
              <a:r>
                <a:t>Data is King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5760" y="1737360"/>
              <a:ext cx="2560320" cy="1828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/>
              </a:pPr>
              <a:r>
                <a:t>The quality and quantity of your data matters more than the algorithm you choose.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0" y="1097280"/>
              <a:ext cx="256032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/>
              </a:pPr>
              <a:r>
                <a:t>Start Simple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0" y="1737360"/>
              <a:ext cx="2560320" cy="1828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/>
              </a:pPr>
              <a:r>
                <a:t>Begin with simple models like linear regression before moving to complex architectures.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35040" y="1097280"/>
              <a:ext cx="256032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/>
              </a:pPr>
              <a:r>
                <a:t>Iterate Fast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35040" y="1737360"/>
              <a:ext cx="2560320" cy="1828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/>
              </a:pPr>
              <a:r>
                <a:t>Rapid experimentation and iteration lead to better results than perfecting a single approach.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this presentation we covered:</a:t>
            </a:r>
          </a:p>
          <a:p>
            <a:pPr lvl="1"/>
            <a:r>
              <a:t>The three main types of machine learning</a:t>
            </a:r>
          </a:p>
          <a:p>
            <a:pPr lvl="1"/>
            <a:r>
              <a:t>Key algorithms and their trade-offs</a:t>
            </a:r>
          </a:p>
          <a:p>
            <a:pPr lvl="1"/>
            <a:r>
              <a:t>The end-to-end ML pipeline from data to deployment</a:t>
            </a:r>
          </a:p>
          <a:p>
            <a:pPr lvl="1"/>
            <a:r>
              <a:t>Practical tips: focus on data quality, start simple, iterate quickly</a:t>
            </a:r>
          </a:p>
          <a:p/>
          <a:p>
            <a:r>
              <a:t>Next steps: explore hands-on tutorials, pick a dataset, and build your first model!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