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risk factors: currency fluctuations in APAC, potential regulatory changes in EU markets, and competitive pressure in North America from new entrants.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Q4 Financial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Fiscal Year 2024 —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Quarterly Revenue Breakdown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4008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 ($M)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 ($M)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 ($M)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North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52.1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37.8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Asia Pacific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35.6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Rest of World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Key Financial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Total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$140.4M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Up 12% YoY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Gross Margin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68.5%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Improved from 65.2%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Operating Income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$32.1M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22.9% operating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Customer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206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1,247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Net new: 183 customers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Outlook and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Q4 performance:</a:t>
            </a:r>
          </a:p>
          <a:p>
            <a:pPr lvl="1"/>
            <a:r>
              <a:t>Revenue growth is accelerating across all regions</a:t>
            </a:r>
          </a:p>
          <a:p>
            <a:pPr lvl="1"/>
            <a:r>
              <a:t>Asia Pacific shows the strongest growth trajectory at 25% YoY</a:t>
            </a:r>
          </a:p>
          <a:p>
            <a:pPr lvl="1"/>
            <a:r>
              <a:t>Gross margin improvements driven by operational efficiency</a:t>
            </a:r>
          </a:p>
          <a:p>
            <a:pPr lvl="1"/>
            <a:r>
              <a:t>Recommend increasing investment in APAC market expansion</a:t>
            </a:r>
          </a:p>
          <a:p>
            <a:pPr lvl="1"/>
            <a:r>
              <a:t>Target: $160M revenue for next fiscal year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